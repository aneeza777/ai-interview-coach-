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65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ALIBABA CLOUD AI HACKATHON PAKISTAN 2026</a:t>
            </a:r>
          </a:p>
          <a:p>
            <a:pPr algn="ctr">
              <a:spcBef>
                <a:spcPts val="1200"/>
              </a:spcBef>
              <a:defRPr sz="3800" b="1">
                <a:solidFill>
                  <a:srgbClr val="F8FAFC"/>
                </a:solidFill>
              </a:defRPr>
            </a:pPr>
            <a:r>
              <a:t>AI Interview Coach</a:t>
            </a:r>
          </a:p>
          <a:p>
            <a:pPr algn="ctr">
              <a:spcBef>
                <a:spcPts val="800"/>
              </a:spcBef>
              <a:defRPr sz="1700">
                <a:solidFill>
                  <a:srgbClr val="38BDF8"/>
                </a:solidFill>
              </a:defRPr>
            </a:pPr>
            <a:r>
              <a:t>Multi-Model Voice AI Mock Interview &amp; Career Acceleration Platform</a:t>
            </a:r>
          </a:p>
          <a:p>
            <a:pPr algn="ctr"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Democratizing personalized, voice-first technical interview coaching and ATS resume optimization for every job seeker at zero cost.</a:t>
            </a:r>
          </a:p>
          <a:p>
            <a:pPr algn="ctr">
              <a:spcBef>
                <a:spcPts val="3000"/>
              </a:spcBef>
              <a:defRPr sz="1200" b="1">
                <a:solidFill>
                  <a:srgbClr val="A855F7"/>
                </a:solidFill>
              </a:defRPr>
            </a:pPr>
            <a:r>
              <a:t>Team Lead: Aneeza Yasmeen  |  Project ID: P01837  |  Category: Open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PILLAR 1: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High-Stakes Technical Hiring Gap in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500,000+ annual university graduates face systemic barriers entering the tech workforce.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❌  Crippling Interview Anxiety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92% of candidates experience severe performance anxiety. Fresh graduates lack a safe, non-judgmental environment to practice verbal articulation under realistic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❌  Lack of Actionable Audio &amp; Semantic Feedback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Self-study and peer practice fail to measure acoustic confidence, speaking pace (words/min), speech clarity, or technical relevance against industry rubrics.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❌  Prohibitive Human Coaching Costs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Professional career coaches and mock interviewers charge $100–$300/hour, making high-quality personalized mentorship unaffordable for the vast majority.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06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❌  Automated ATS Resume Filtering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Over 75% of qualified applicants are silently filtered out by Applicant Tracking Systems before reaching an engineer due to formatting flaws and keyword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PILLAR 2: SOLUTION &amp;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Interview Coach — 360° AI-Powered Career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Designed specifically for students, fresh graduates, career switchers, and university placement cells.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🎙️ Real-Time Voice AI Interviewer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Interactive conversational AI agent that generates dynamic questions, listens to voice responses via Web Audio, and speaks back with instant TTS speech.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🎯 Practice &amp; Pro Mock Modes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Dual experience: Practice Mode provides immediate step-by-step guidance and hints, while Pro Mock Mode simulates strict, timed real-world interviews.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📄 ATS CV Studio &amp; JD Match Maker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Deep semantic extraction of technical skills, work experience analysis, and job description compatibility matching with actionable STAR bullet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06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🏆 Verified Skill Certification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Generates cryptographic-ready, printable performance certificates with detailed scoring breakdowns, grading, and personalized growth roadmaps.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PILLAR 3: NEED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Measurable Outcomes for Candidates and Academia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theoretical tech education into interview-ready conversational fluency.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65%+ Increase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In Verbal Confidence</a:t>
            </a:r>
          </a:p>
          <a:p>
            <a:pPr algn="ctr">
              <a:spcBef>
                <a:spcPts val="1500"/>
              </a:spcBef>
              <a:defRPr sz="1100">
                <a:solidFill>
                  <a:srgbClr val="94A3B8"/>
                </a:solidFill>
              </a:defRPr>
            </a:pPr>
            <a:r>
              <a:t>Repeated acoustic practice reduces hesitation and filler words within 3 complete mock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4389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3x Higher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Interview Pass Rate</a:t>
            </a:r>
          </a:p>
          <a:p>
            <a:pPr algn="ctr">
              <a:spcBef>
                <a:spcPts val="1500"/>
              </a:spcBef>
              <a:defRPr sz="1100">
                <a:solidFill>
                  <a:srgbClr val="94A3B8"/>
                </a:solidFill>
              </a:defRPr>
            </a:pPr>
            <a:r>
              <a:t>Candidates master the STAR method (Situation, Task, Action, Result) with AI-evaluated semantic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560320" cy="4389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100% Free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24/7 Accessibility</a:t>
            </a:r>
          </a:p>
          <a:p>
            <a:pPr algn="ctr">
              <a:spcBef>
                <a:spcPts val="1500"/>
              </a:spcBef>
              <a:defRPr sz="1100">
                <a:solidFill>
                  <a:srgbClr val="94A3B8"/>
                </a:solidFill>
              </a:defRPr>
            </a:pPr>
            <a:r>
              <a:t>Zero financial barrier to elite career coaching, accessible from any browser on PC or mobile.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737360"/>
            <a:ext cx="2560320" cy="4389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116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B2B Potential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University Career Centers</a:t>
            </a:r>
          </a:p>
          <a:p>
            <a:pPr algn="ctr">
              <a:spcBef>
                <a:spcPts val="1500"/>
              </a:spcBef>
              <a:defRPr sz="1100">
                <a:solidFill>
                  <a:srgbClr val="94A3B8"/>
                </a:solidFill>
              </a:defRPr>
            </a:pPr>
            <a:r>
              <a:t>Ready for university integration to track student job-readiness metrics at institutional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PILLAR 4: DEEP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Multi-Model AI Architecture &amp;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cohesive pipeline orchestrating 5 specialized AI models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🎙️ Speech Recognition (STT) — </a:t>
            </a:r>
            <a:r>
              <a:rPr b="0">
                <a:solidFill>
                  <a:srgbClr val="F8FAFC"/>
                </a:solidFill>
              </a:rPr>
              <a:t>OpenAI Whisper model for robust speech transcription with silence detection and filler word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❓ Question Generation Engine — </a:t>
            </a:r>
            <a:r>
              <a:rPr b="0">
                <a:solidFill>
                  <a:srgbClr val="F8FAFC"/>
                </a:solidFill>
              </a:rPr>
              <a:t>Fine-tuned FLAN-T5 with LoRA (PEFT) generating role-specific questions across Beginner, Intermediate, and Advanced difficulties.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935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📊 Semantic Answer Evaluator — </a:t>
            </a:r>
            <a:r>
              <a:rPr b="0">
                <a:solidFill>
                  <a:srgbClr val="F8FAFC"/>
                </a:solidFill>
              </a:rPr>
              <a:t>Sentence-Transformers (Cosine Semantic Similarity) benchmarked against gold-standard STAR technical model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🧠 Neural Audio Confidence Net — </a:t>
            </a:r>
            <a:r>
              <a:rPr b="0">
                <a:solidFill>
                  <a:srgbClr val="F8FAFC"/>
                </a:solidFill>
              </a:rPr>
              <a:t>Custom Multi-Layer Perceptron (MLP) trained on Librosa audio features (MFCCs, spectral contrast, RMS energy, zero-crossing rate).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223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☁️ Alibaba Cloud Qwen-2.5 &amp; ModelScope — </a:t>
            </a:r>
            <a:r>
              <a:rPr b="0">
                <a:solidFill>
                  <a:srgbClr val="F8FAFC"/>
                </a:solidFill>
              </a:rPr>
              <a:t>Architected for native Qwen-2.5-7B integration via ModelScope for advanced Urdu/English bilingual interview coaching.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PILLAR 5: FEASIBILITY &amp; BUILT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100% Working Production-Grade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Fully functional full-stack application built and tested with automated verification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✅ Real-Time Voice Mock Sessions: </a:t>
            </a:r>
            <a:r>
              <a:rPr b="0">
                <a:solidFill>
                  <a:srgbClr val="F8FAFC"/>
                </a:solidFill>
              </a:rPr>
              <a:t>Web Audio API recording, automatic audio conversion, Whisper STT inference, and per-question instant AI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✅ Dynamic 3 / 5 / 10 Question Counts: </a:t>
            </a:r>
            <a:r>
              <a:rPr b="0">
                <a:solidFill>
                  <a:srgbClr val="F8FAFC"/>
                </a:solidFill>
              </a:rPr>
              <a:t>Configurable interview length with intelligent skip-all flow delivering final comprehensive coaching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935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✅ 5 Career Acceleration Tools: </a:t>
            </a:r>
            <a:r>
              <a:rPr b="0">
                <a:solidFill>
                  <a:srgbClr val="F8FAFC"/>
                </a:solidFill>
              </a:rPr>
              <a:t>Interactive ATS Resume Analyzer, JD Skill Matcher Studio, Salary Negotiation Coach, STAR Answer Builder, Coding Assistant.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✅ Verified Certificate Generation: </a:t>
            </a:r>
            <a:r>
              <a:rPr b="0">
                <a:solidFill>
                  <a:srgbClr val="F8FAFC"/>
                </a:solidFill>
              </a:rPr>
              <a:t>Cryptographic performance certificates with interactive Print &amp; PDF download functionality for LinkedIn sharing.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728655" cy="77724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223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✅ Cloud-Ready Docker &amp; ECS Packaging: </a:t>
            </a:r>
            <a:r>
              <a:rPr b="0">
                <a:solidFill>
                  <a:srgbClr val="F8FAFC"/>
                </a:solidFill>
              </a:rPr>
              <a:t>Modular FastAPI backend with SQLite persistence, zero-secrets security compliance, and Dockerfile ready for instant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ALIBABA CLOUD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Scalable Enterprise Cloud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Leveraging Alibaba Cloud's ecosystem for cost-effective, high-throughput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☁️  Alibaba Cloud ECS Deployment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FastAPI backend containerized with Docker, running multi-worker Uvicorn behind Nginx reverse proxy for high concurrency.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☁️  ModelScope &amp; Qwen-2.5 LLM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Seamless integration with Alibaba Cloud's open-weights Qwen-2.5 model for localized bilingual behavioral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☁️  Elastic Container Instance (ECI)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Serverless container execution for zero-idle-cost scaling during peak campus recruitment interview seasons.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120640" cy="205740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06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☁️  Zero Secrets &amp; Data Privacy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Candidate voice recordings and CVs processed transiently with strict security hygiene and zero persistent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HACKATHON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Interview Coach — Summary &amp;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Ready for live judging and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Democratizing Career Preparation for the Next Generation of Tech Leaders.</a:t>
            </a:r>
          </a:p>
          <a:p>
            <a:pPr algn="ctr">
              <a:spcBef>
                <a:spcPts val="2500"/>
              </a:spcBef>
              <a:defRPr sz="1400" b="1">
                <a:solidFill>
                  <a:srgbClr val="10B981"/>
                </a:solidFill>
              </a:defRPr>
            </a:pPr>
            <a:r>
              <a:t>🔗 Public GitHub Repository:</a:t>
            </a:r>
          </a:p>
          <a:p>
            <a:pPr algn="ctr">
              <a:spcBef>
                <a:spcPts val="500"/>
              </a:spcBef>
              <a:defRPr sz="1300">
                <a:solidFill>
                  <a:srgbClr val="38BDF8"/>
                </a:solidFill>
              </a:defRPr>
            </a:pPr>
            <a:r>
              <a:t>https://github.com/aneeza777/AI-Interview-coach-</a:t>
            </a:r>
          </a:p>
          <a:p>
            <a:pPr algn="ctr">
              <a:spcBef>
                <a:spcPts val="3000"/>
              </a:spcBef>
              <a:defRPr sz="1200">
                <a:solidFill>
                  <a:srgbClr val="94A3B8"/>
                </a:solidFill>
              </a:defRPr>
            </a:pPr>
            <a:r>
              <a:t>Alibaba Cloud AI Hackathon Pakistan 2026 | Project ID: P01837 | Category: Open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